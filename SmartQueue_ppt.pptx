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6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" TargetMode="External"/><Relationship Id="rId3" Type="http://schemas.openxmlformats.org/officeDocument/2006/relationships/hyperlink" Target="https://flask.palletsprojects.com/" TargetMode="External"/><Relationship Id="rId7" Type="http://schemas.openxmlformats.org/officeDocument/2006/relationships/hyperlink" Target="https://www.w3schools.com/" TargetMode="External"/><Relationship Id="rId2" Type="http://schemas.openxmlformats.org/officeDocument/2006/relationships/hyperlink" Target="https://docs.python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github.com/" TargetMode="External"/><Relationship Id="rId5" Type="http://schemas.openxmlformats.org/officeDocument/2006/relationships/hyperlink" Target="https://developer.mozilla.org/" TargetMode="External"/><Relationship Id="rId4" Type="http://schemas.openxmlformats.org/officeDocument/2006/relationships/hyperlink" Target="https://www.sqlite.org/docs.htm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E293B"/>
                </a:solidFill>
              </a:defRPr>
            </a:pPr>
            <a:r>
              <a:t>WHEN IS MY TURN?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2563EB"/>
                </a:solidFill>
              </a:defRPr>
            </a:pPr>
            <a:r>
              <a:t>Smart Queue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8343" y="4160520"/>
            <a:ext cx="318733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334155"/>
                </a:solidFill>
              </a:defRPr>
            </a:pPr>
            <a:r>
              <a:rPr lang="en-US" dirty="0"/>
              <a:t>Presented by</a:t>
            </a:r>
          </a:p>
          <a:p>
            <a:pPr algn="ctr">
              <a:defRPr sz="2000">
                <a:solidFill>
                  <a:srgbClr val="334155"/>
                </a:solidFill>
              </a:defRPr>
            </a:pPr>
            <a:r>
              <a:rPr lang="en-US" dirty="0" err="1"/>
              <a:t>J.Sankeerthana</a:t>
            </a:r>
            <a:endParaRPr lang="en-US" dirty="0"/>
          </a:p>
          <a:p>
            <a:pPr algn="ctr">
              <a:defRPr sz="2000">
                <a:solidFill>
                  <a:srgbClr val="334155"/>
                </a:solidFill>
              </a:defRPr>
            </a:pPr>
            <a:r>
              <a:rPr lang="en-US" dirty="0" err="1"/>
              <a:t>Department:CSE-AIML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Smart Queue – “When Is My Turn?” is a web-based queue management system designed to simplify appointment booking and queue tracking.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Users can select dates, doctors and available time slots, book appointments, and monitor their queue status.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Administrators can manage doctors, availability timings, slots, and patient bookings through an admin dashboard.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The system aims to reduce waiting time, avoid overcrowding, and provide a convenient and organized appointment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Traditional queues often result in long waiting times and overcrowded waiting areas.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Users may not know their exact appointment or turn status.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Manual queue and appointment management can lead to errors and inefficient handling.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Managing cancellations, available slots, and multiple patient bookings is difficult.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A digital solution is needed for faster and more organized queue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Provide a digital platform for appointment and queue management.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Allow users to view available doctors, dates, and time slots.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Generate and manage queue tokens for booked appointments.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Provide an admin dashboard to control doctors, timings, slots, and bookings.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Support multiple bookings for family members using different names.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Allow cancellation before 12 hours of the consultation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User Registration and Login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Doctor and Specialist Selection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Date and Time Slot Booking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Queue / Token Management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Multiple Family Member Bookings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Slot Booked Time Tracking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Booking Cancellation Management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Admin Dashboard for Doctor and Slot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User Login / Registration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Select Date → Select Doctor → View Available Slots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Choose Slot → Enter Patient Details → Confirm Booking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Receive Token / Booking Information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Track Queue Status and Attend Consultation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Admin: Manage Doctors → Set Availability → Manage Slots → Monitor Bookings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Frontend: HTML, CSS, JavaScript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Backend: Python Flask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Database: SQLite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Development Environment: Visual Studio Code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Version Control: Git and GitHub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Web-based architecture for easy access and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User Module: Registration, login, slot booking, multiple patient bookings, booking history and cancellation.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Admin Module: Doctor management, specialist details, availability timings, slot management and patient bookings.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Queue Module: Token generation, booking information and queue monitoring.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Appointment Module: Date-based slots, consultation timing and cancellation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Advantages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Advantages: Reduces waiting time and overcrowding.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Advantages: Makes appointment management simple and organized.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Advantages: Improves convenience for users and administrators.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Future: QR-based token system and live queue tracking.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Future: SMS / WhatsApp notifications and online UPI payment.</a:t>
            </a:r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r>
              <a:t>• Future: Mobile application and support for multiple hospitals or service centers.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8207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Python Documentation</a:t>
            </a:r>
            <a:r>
              <a:rPr lang="en-IN" dirty="0"/>
              <a:t> – Python programming and backend development</a:t>
            </a:r>
            <a:br>
              <a:rPr lang="en-IN" dirty="0"/>
            </a:br>
            <a:r>
              <a:rPr lang="en-IN" dirty="0">
                <a:hlinkClick r:id="rId2"/>
              </a:rPr>
              <a:t>https://docs.python.org/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Flask Documentation</a:t>
            </a:r>
            <a:r>
              <a:rPr lang="en-IN" dirty="0"/>
              <a:t> – Web application development using Flask</a:t>
            </a:r>
            <a:br>
              <a:rPr lang="en-IN" dirty="0"/>
            </a:br>
            <a:r>
              <a:rPr lang="en-IN" dirty="0">
                <a:hlinkClick r:id="rId3"/>
              </a:rPr>
              <a:t>https://flask.palletsprojects.com/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SQLite Documentation</a:t>
            </a:r>
            <a:r>
              <a:rPr lang="en-IN" dirty="0"/>
              <a:t> – Database design and SQL operations</a:t>
            </a:r>
            <a:br>
              <a:rPr lang="en-IN" dirty="0"/>
            </a:br>
            <a:r>
              <a:rPr lang="en-IN" dirty="0">
                <a:hlinkClick r:id="rId4"/>
              </a:rPr>
              <a:t>https://www.sqlite.org/docs.html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MDN Web Docs</a:t>
            </a:r>
            <a:r>
              <a:rPr lang="en-IN" dirty="0"/>
              <a:t> – HTML, CSS and JavaScript development</a:t>
            </a:r>
            <a:br>
              <a:rPr lang="en-IN" dirty="0"/>
            </a:br>
            <a:r>
              <a:rPr lang="en-IN" dirty="0">
                <a:hlinkClick r:id="rId5"/>
              </a:rPr>
              <a:t>https://developer.mozilla.org/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GitHub Documentation</a:t>
            </a:r>
            <a:r>
              <a:rPr lang="en-IN" dirty="0"/>
              <a:t> – Version control and repository management</a:t>
            </a:r>
            <a:br>
              <a:rPr lang="en-IN" dirty="0"/>
            </a:br>
            <a:r>
              <a:rPr lang="en-IN" dirty="0">
                <a:hlinkClick r:id="rId6"/>
              </a:rPr>
              <a:t>https://docs.github.com/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W3Schools</a:t>
            </a:r>
            <a:r>
              <a:rPr lang="en-IN" dirty="0"/>
              <a:t> – Web development concepts and programming references</a:t>
            </a:r>
            <a:br>
              <a:rPr lang="en-IN" dirty="0"/>
            </a:br>
            <a:r>
              <a:rPr lang="en-IN" dirty="0">
                <a:hlinkClick r:id="rId7"/>
              </a:rPr>
              <a:t>https://www.w3schools.com/</a:t>
            </a:r>
            <a:r>
              <a:rPr lang="en-IN" dirty="0"/>
              <a:t> </a:t>
            </a:r>
          </a:p>
          <a:p>
            <a:pPr lvl="0"/>
            <a:r>
              <a:rPr lang="en-IN" b="1" dirty="0" err="1"/>
              <a:t>GeeksforGeeks</a:t>
            </a:r>
            <a:r>
              <a:rPr lang="en-IN" dirty="0"/>
              <a:t> – Data structures, algorithms and web development concepts</a:t>
            </a:r>
            <a:br>
              <a:rPr lang="en-IN" dirty="0"/>
            </a:br>
            <a:r>
              <a:rPr lang="en-IN" dirty="0">
                <a:hlinkClick r:id="rId8"/>
              </a:rPr>
              <a:t>https://www.geeksforgeeks.org/</a:t>
            </a:r>
            <a:endParaRPr lang="en-IN" dirty="0"/>
          </a:p>
          <a:p>
            <a:pPr>
              <a:spcAft>
                <a:spcPts val="1400"/>
              </a:spcAft>
              <a:defRPr sz="2100">
                <a:solidFill>
                  <a:srgbClr val="334155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• Smart Queue provides an efficient digital alternative to traditional queue management.</a:t>
            </a:r>
          </a:p>
          <a:p>
            <a:pPr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• It simplifies appointment booking, slot management, and queue tracking.</a:t>
            </a:r>
          </a:p>
          <a:p>
            <a:pPr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• The system helps reduce unnecessary waiting and overcrowding.</a:t>
            </a:r>
          </a:p>
          <a:p>
            <a:pPr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• It provides useful management features for administrators and a convenient experience for users.</a:t>
            </a:r>
          </a:p>
          <a:p>
            <a:pPr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• The project can be further enhanced with QR tokens, live queue tracking, notifications, UPI payments, and a mobile application.</a:t>
            </a:r>
          </a:p>
          <a:p>
            <a:pPr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• “Book Smart. Wait Less. Know Your Turn.”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742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sankeerthana J</cp:lastModifiedBy>
  <cp:revision>2</cp:revision>
  <dcterms:created xsi:type="dcterms:W3CDTF">2013-01-27T09:14:16Z</dcterms:created>
  <dcterms:modified xsi:type="dcterms:W3CDTF">2026-10-06T06:48:29Z</dcterms:modified>
  <cp:category/>
</cp:coreProperties>
</file>